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buddy_user\2026-07-19-10-16-44\frontend\public\assets\images\posters\pages\page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00" cy="7715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2026-08-08T14:22:14Z</dcterms:created>
  <dcterms:modified xsi:type="dcterms:W3CDTF">2026-08-08T14:22:14Z</dcterms:modified>
</cp:coreProperties>
</file>